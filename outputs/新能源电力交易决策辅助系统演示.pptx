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8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YaHei"/>
              </a:rPr>
              <a:t>新能源电力交易决策辅助系统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9E2EC"/>
                </a:solidFill>
                <a:latin typeface="Microsoft YaHei"/>
              </a:rPr>
              <a:t>面向集中式光伏电站的日前交易、偏差风险与储能增益演示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578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DB5BD"/>
                </a:solidFill>
                <a:latin typeface="Microsoft YaHei"/>
              </a:rPr>
              <a:t>求职演示作品｜决策辅助，不做自动下单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1. 行业变化：光伏从建设逻辑进入交易逻辑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新能源装机增加后，收益不再只取决于发电量和装机规模。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午间光伏出力高时，价格可能承压；傍晚价格高时，光伏自然出力下降。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交易负责人需要同时管理预测、申报、偏差、复盘和储能配置。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2. 核心痛点：收益机会与偏差风险并存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出力预测不准，会影响日前申报和结算收益。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只追求高申报量，可能放大偏差考核损失。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只看单日收益，容易忽略波动、极端天气和价格异常。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储能是否值得配，需要基于价差和约束量化判断。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3. 系统定位：辅助交易负责人做决策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系统不是自动交易机器人，也不承诺收益。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它把功率预测、电价预测、申报建议、收益回测和储能模拟放在一个闭环里。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目标是让交易判断更系统、更可解释、更便于复盘。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4. 业务流程：从预测到申报再到复盘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第一步：预测明日 24 小时光伏出力。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第二步：预测明日 24 小时市场价格和风险时段。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第三步：生成保守、均衡、进取三种申报策略。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第四步：回测收益、偏差损失和波动。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第五步：模拟储能低价充电、高价放电的增益。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5. 交易策略：保守、均衡、进取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保守策略：按预测出力约 85% 申报，优先降低偏差风险。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均衡策略：按预测出力约 92% 申报，兼顾收益和风险。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进取策略：按预测出力约 98% 申报，追求更高收益但承担更高偏差风险。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6. 储能增益：不是口号，而是量化测算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午间低价或弃光风险时段充电。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傍晚高价时段放电。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考虑容量、功率和充放电效率约束。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输出有储能与无储能的收益对比，帮助判断储能配置价值。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7. 风险边界：先模拟盘，再真实业务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当前使用模拟数据，不代表真实收益。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不同省份偏差考核和交易规则不同，真实落地必须细化规则。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系统建议必须由交易负责人确认，不直接自动下单。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真实部署应先接入只读数据，做模拟盘校准。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8. 对隆基的价值：从光伏资产走向收益管理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光伏资产进入电力市场后，交易能力会影响收益质量。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系统可以服务电站运营、现货交易、储能配置和绿电客户服务。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候选人通过这个作品证明：理解业务问题，也能把问题做成工具。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A43"/>
                </a:solidFill>
                <a:latin typeface="Microsoft YaHei"/>
              </a:rPr>
              <a:t>9. 候选人表达：我能快速进入真实业务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我不回避缺少实盘经验，所以先做决策辅助和风险复盘。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我能把复杂交易流程拆成数据、模型、策略和复盘模块。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344054"/>
                </a:solidFill>
                <a:latin typeface="Microsoft YaHei"/>
              </a:rPr>
              <a:t>如果进入业务，我会从真实数据接入、模拟盘验证和省份规则细化开始。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模拟数据演示，不代表真实交易收益，不构成交易建议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